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A0C6D233-23D9-4CEF-8681-B3E5C608EFC2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8"/>
            <p14:sldId id="267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ED7D31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35" autoAdjust="0"/>
    <p:restoredTop sz="94660"/>
  </p:normalViewPr>
  <p:slideViewPr>
    <p:cSldViewPr snapToGrid="0">
      <p:cViewPr varScale="1">
        <p:scale>
          <a:sx n="92" d="100"/>
          <a:sy n="92" d="100"/>
        </p:scale>
        <p:origin x="37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BBE3F-D01E-2EEC-F01B-45C188F7DC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E6C1C8-9CE4-60B1-0564-CE7F072CC5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820DE-6109-C430-7541-1831E55C6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C2ABF-84ED-4F8B-8589-2962DCFA1A59}" type="datetimeFigureOut">
              <a:rPr lang="en-ID" smtClean="0"/>
              <a:t>27/08/2024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3E72E-BE35-6D08-44DE-7AD30C2A4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EA319-C64D-D228-A4F3-72BD15E90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97368-7D2F-44EE-A36C-DE10FF1A5A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64580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C8157-E53C-BB23-A107-99609220C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2EA6C-5D0E-B209-29D6-D71DA9EE5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1D4BB-EDF7-FD81-05AA-A01E0AE1E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C2ABF-84ED-4F8B-8589-2962DCFA1A59}" type="datetimeFigureOut">
              <a:rPr lang="en-ID" smtClean="0"/>
              <a:t>27/08/2024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579CB-0DEF-3895-3D88-080B35B9C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12E68-92A7-B0D6-815B-D4D80BD18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97368-7D2F-44EE-A36C-DE10FF1A5A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34097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BCDB7-7EB8-A9E3-B53C-913B848B6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D38A36-27AD-30E3-CA0D-CC3F0DB31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44AB3-102D-7C65-2CDF-0935205B1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C2ABF-84ED-4F8B-8589-2962DCFA1A59}" type="datetimeFigureOut">
              <a:rPr lang="en-ID" smtClean="0"/>
              <a:t>27/08/2024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6E554-62EA-EA43-ADD8-59427FFCA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20B97-1A47-90BA-14D4-47C27BBAA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97368-7D2F-44EE-A36C-DE10FF1A5A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55555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037D4-8B27-5467-E73F-E377EBA0F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6B8A8-9080-6E07-281B-E3C27CCD7A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CA400B-29C5-E77F-1666-E62F974ADF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ACA690-FC5E-6AF1-F9C0-37728B34D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C2ABF-84ED-4F8B-8589-2962DCFA1A59}" type="datetimeFigureOut">
              <a:rPr lang="en-ID" smtClean="0"/>
              <a:t>27/08/2024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67D424-FE13-1B20-7DBD-CD8ADBF67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E913A-CA6B-FBD3-E6DA-333227483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97368-7D2F-44EE-A36C-DE10FF1A5A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05956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432DC-F242-97FB-7A6C-4399BAABC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804715-C8E6-03A3-612D-8BED10622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93B36F-3EA9-9028-4D57-3AB0CE6C53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15CC13-6A1D-CCA9-5794-43257031A7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F00A13-F4A1-85CC-2DA6-B7E9B127A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A18D3D-B6D4-D578-2D90-4B81B84A3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C2ABF-84ED-4F8B-8589-2962DCFA1A59}" type="datetimeFigureOut">
              <a:rPr lang="en-ID" smtClean="0"/>
              <a:t>27/08/2024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79703E-D111-D4EC-D430-771BC2D8E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BB7BB9-8392-1FFF-93A9-9119995D9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97368-7D2F-44EE-A36C-DE10FF1A5A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04888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52762-C303-C60D-70BA-74D1C3E8D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9841EB-1696-C245-BCB7-5634933C8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C2ABF-84ED-4F8B-8589-2962DCFA1A59}" type="datetimeFigureOut">
              <a:rPr lang="en-ID" smtClean="0"/>
              <a:t>27/08/2024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CB7BF6-5B90-BBE7-54D3-489E03245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FBC0FC-2C69-F6F5-6FFF-41ED4716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97368-7D2F-44EE-A36C-DE10FF1A5A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37596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138F77-2394-6B96-9059-432D945E8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C2ABF-84ED-4F8B-8589-2962DCFA1A59}" type="datetimeFigureOut">
              <a:rPr lang="en-ID" smtClean="0"/>
              <a:t>27/08/2024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3AF69B-B16E-687B-F5F7-EB95EC43C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7760C-4A42-F20D-8699-9EEF36C12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97368-7D2F-44EE-A36C-DE10FF1A5A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93545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C231C-C0C5-3FC1-ABF1-C727C3E1E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9D6F6-0F41-2C58-EBBC-7AA1F1409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F87D6B-85D6-D9BD-26C0-F374CD50B2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98CB09-4D10-FB30-AFC8-4889517FC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C2ABF-84ED-4F8B-8589-2962DCFA1A59}" type="datetimeFigureOut">
              <a:rPr lang="en-ID" smtClean="0"/>
              <a:t>27/08/2024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87332E-0241-1C7B-82AD-C31A97ACB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609805-A200-754A-7507-7814DA5E8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97368-7D2F-44EE-A36C-DE10FF1A5A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84595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A0BB6-E70F-0AA6-79CB-6924F8146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49F6F3-E5B0-3157-F7A8-1875488591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95FE3A-EE35-F12B-C8D1-4EC8070CB2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45018D-B242-83AB-D7FF-EE0ABC3BB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C2ABF-84ED-4F8B-8589-2962DCFA1A59}" type="datetimeFigureOut">
              <a:rPr lang="en-ID" smtClean="0"/>
              <a:t>27/08/2024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2D049E-9BDC-2646-6582-BE159B2A8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B5FC45-39C5-19ED-5DE6-2A4703BC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97368-7D2F-44EE-A36C-DE10FF1A5A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51275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FE679-7F00-66E5-5E90-1103382B6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0BF366-F412-9FD5-80C8-94A31A161B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72DDB-481C-9042-AB50-C013F39D7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C2ABF-84ED-4F8B-8589-2962DCFA1A59}" type="datetimeFigureOut">
              <a:rPr lang="en-ID" smtClean="0"/>
              <a:t>27/08/2024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E71EF-14A8-7836-20F2-FB448B964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06440-096B-35CC-AA88-71B5F2161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97368-7D2F-44EE-A36C-DE10FF1A5A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19221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D12014-2357-2908-F347-0073A32A09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F7A707-FF6C-8D27-0565-9C96C2AE28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AA9EA-9BE4-59C7-55CC-2D4466CE2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C2ABF-84ED-4F8B-8589-2962DCFA1A59}" type="datetimeFigureOut">
              <a:rPr lang="en-ID" smtClean="0"/>
              <a:t>27/08/2024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C1F40-2575-5FDC-8E0C-039C79AD4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25410-C527-5C2F-2679-ACCD1BD72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97368-7D2F-44EE-A36C-DE10FF1A5A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36517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DEDFF2-469B-C34F-C219-5AFEE8251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50629-C411-12E0-D16A-3146ED0D7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EB18D-F49B-E398-20D9-0D24FB9A77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8C2ABF-84ED-4F8B-8589-2962DCFA1A59}" type="datetimeFigureOut">
              <a:rPr lang="en-ID" smtClean="0"/>
              <a:t>27/08/2024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137901-FC82-E3CA-2055-B145054F20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F1091-4DF5-E9FA-28A4-EF7E125943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597368-7D2F-44EE-A36C-DE10FF1A5A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12882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rrows pointing to different directions&#10;&#10;Description automatically generated">
            <a:extLst>
              <a:ext uri="{FF2B5EF4-FFF2-40B4-BE49-F238E27FC236}">
                <a16:creationId xmlns:a16="http://schemas.microsoft.com/office/drawing/2014/main" id="{E30DD5AB-5357-8F2B-A6CC-BD8A3F8C4CD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00191" y="2494111"/>
            <a:ext cx="4535419" cy="186977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88A20A1-A27D-7D55-A4A5-F31974EDDE5D}"/>
              </a:ext>
            </a:extLst>
          </p:cNvPr>
          <p:cNvSpPr/>
          <p:nvPr/>
        </p:nvSpPr>
        <p:spPr>
          <a:xfrm>
            <a:off x="279918" y="4224021"/>
            <a:ext cx="11840547" cy="680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6" name="Picture 5" descr="A diagram of arrows pointing to different directions&#10;&#10;Description automatically generated">
            <a:extLst>
              <a:ext uri="{FF2B5EF4-FFF2-40B4-BE49-F238E27FC236}">
                <a16:creationId xmlns:a16="http://schemas.microsoft.com/office/drawing/2014/main" id="{6BFE8635-E74C-BA52-BA97-F48F196DD71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303" b="25912" l="14806" r="87015">
                        <a14:foregroundMark x1="22090" y1="7869" x2="20744" y2="16699"/>
                        <a14:foregroundMark x1="19161" y1="6334" x2="14964" y2="12284"/>
                        <a14:foregroundMark x1="16390" y1="3455" x2="24861" y2="18810"/>
                        <a14:foregroundMark x1="24861" y1="18810" x2="35392" y2="14587"/>
                        <a14:foregroundMark x1="35392" y1="14587" x2="22644" y2="3839"/>
                        <a14:foregroundMark x1="22644" y1="3839" x2="17260" y2="3071"/>
                        <a14:foregroundMark x1="24782" y1="17658" x2="47427" y2="24952"/>
                        <a14:foregroundMark x1="47427" y1="24952" x2="64371" y2="23417"/>
                        <a14:foregroundMark x1="64371" y1="23417" x2="75139" y2="25912"/>
                        <a14:foregroundMark x1="75139" y1="25912" x2="75693" y2="11708"/>
                        <a14:foregroundMark x1="77672" y1="14779" x2="67300" y2="4990"/>
                        <a14:foregroundMark x1="67300" y1="4990" x2="79097" y2="17658"/>
                        <a14:foregroundMark x1="79097" y1="17658" x2="80127" y2="17083"/>
                        <a14:foregroundMark x1="82581" y1="3839" x2="87015" y2="13628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12326" r="11967" b="71860"/>
          <a:stretch/>
        </p:blipFill>
        <p:spPr>
          <a:xfrm>
            <a:off x="3127310" y="2396183"/>
            <a:ext cx="3433666" cy="52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51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rrows pointing to different directions&#10;&#10;Description automatically generated">
            <a:extLst>
              <a:ext uri="{FF2B5EF4-FFF2-40B4-BE49-F238E27FC236}">
                <a16:creationId xmlns:a16="http://schemas.microsoft.com/office/drawing/2014/main" id="{477E1C21-28E3-8BA5-EE53-BA3050AB7D3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00191" y="2494111"/>
            <a:ext cx="4535419" cy="186977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D736E3D-BD61-9543-6C5D-AB6C578F5014}"/>
              </a:ext>
            </a:extLst>
          </p:cNvPr>
          <p:cNvSpPr/>
          <p:nvPr/>
        </p:nvSpPr>
        <p:spPr>
          <a:xfrm>
            <a:off x="279918" y="4224021"/>
            <a:ext cx="11840547" cy="680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 descr="A diagram of arrows pointing to different directions&#10;&#10;Description automatically generated">
            <a:extLst>
              <a:ext uri="{FF2B5EF4-FFF2-40B4-BE49-F238E27FC236}">
                <a16:creationId xmlns:a16="http://schemas.microsoft.com/office/drawing/2014/main" id="{3211EC33-089B-7669-3AE2-1EA0D2310A4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303" b="25912" l="14806" r="87015">
                        <a14:foregroundMark x1="22090" y1="7869" x2="20744" y2="16699"/>
                        <a14:foregroundMark x1="19161" y1="6334" x2="14964" y2="12284"/>
                        <a14:foregroundMark x1="16390" y1="3455" x2="24861" y2="18810"/>
                        <a14:foregroundMark x1="24861" y1="18810" x2="35392" y2="14587"/>
                        <a14:foregroundMark x1="35392" y1="14587" x2="22644" y2="3839"/>
                        <a14:foregroundMark x1="22644" y1="3839" x2="17260" y2="3071"/>
                        <a14:foregroundMark x1="24782" y1="17658" x2="47427" y2="24952"/>
                        <a14:foregroundMark x1="47427" y1="24952" x2="64371" y2="23417"/>
                        <a14:foregroundMark x1="64371" y1="23417" x2="75139" y2="25912"/>
                        <a14:foregroundMark x1="75139" y1="25912" x2="75693" y2="11708"/>
                        <a14:foregroundMark x1="77672" y1="14779" x2="67300" y2="4990"/>
                        <a14:foregroundMark x1="67300" y1="4990" x2="79097" y2="17658"/>
                        <a14:foregroundMark x1="79097" y1="17658" x2="80127" y2="17083"/>
                        <a14:foregroundMark x1="82581" y1="3839" x2="87015" y2="13628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12326" r="11967" b="71860"/>
          <a:stretch/>
        </p:blipFill>
        <p:spPr>
          <a:xfrm rot="20447008">
            <a:off x="3127310" y="2396183"/>
            <a:ext cx="3433666" cy="526165"/>
          </a:xfrm>
          <a:prstGeom prst="rect">
            <a:avLst/>
          </a:prstGeom>
        </p:spPr>
      </p:pic>
      <p:sp>
        <p:nvSpPr>
          <p:cNvPr id="8" name="Arrow: Up 7">
            <a:extLst>
              <a:ext uri="{FF2B5EF4-FFF2-40B4-BE49-F238E27FC236}">
                <a16:creationId xmlns:a16="http://schemas.microsoft.com/office/drawing/2014/main" id="{3B3B4BE6-9461-2F0A-6687-9983244823A4}"/>
              </a:ext>
            </a:extLst>
          </p:cNvPr>
          <p:cNvSpPr/>
          <p:nvPr/>
        </p:nvSpPr>
        <p:spPr>
          <a:xfrm>
            <a:off x="5901690" y="2597227"/>
            <a:ext cx="209550" cy="1048107"/>
          </a:xfrm>
          <a:prstGeom prst="upArrow">
            <a:avLst>
              <a:gd name="adj1" fmla="val 50000"/>
              <a:gd name="adj2" fmla="val 6181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59934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rrows pointing to different directions&#10;&#10;Description automatically generated">
            <a:extLst>
              <a:ext uri="{FF2B5EF4-FFF2-40B4-BE49-F238E27FC236}">
                <a16:creationId xmlns:a16="http://schemas.microsoft.com/office/drawing/2014/main" id="{95787DC3-0759-6177-41F7-1DAFE980571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00191" y="2494111"/>
            <a:ext cx="4535419" cy="186977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8AB980E-FD3D-C9EA-C44D-C3A4442B768A}"/>
              </a:ext>
            </a:extLst>
          </p:cNvPr>
          <p:cNvSpPr/>
          <p:nvPr/>
        </p:nvSpPr>
        <p:spPr>
          <a:xfrm>
            <a:off x="279918" y="4224021"/>
            <a:ext cx="11840547" cy="680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 descr="A diagram of arrows pointing to different directions&#10;&#10;Description automatically generated">
            <a:extLst>
              <a:ext uri="{FF2B5EF4-FFF2-40B4-BE49-F238E27FC236}">
                <a16:creationId xmlns:a16="http://schemas.microsoft.com/office/drawing/2014/main" id="{64683577-3416-F368-113A-59F270AD14D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303" b="25912" l="14806" r="87015">
                        <a14:foregroundMark x1="22090" y1="7869" x2="20744" y2="16699"/>
                        <a14:foregroundMark x1="19161" y1="6334" x2="14964" y2="12284"/>
                        <a14:foregroundMark x1="16390" y1="3455" x2="24861" y2="18810"/>
                        <a14:foregroundMark x1="24861" y1="18810" x2="35392" y2="14587"/>
                        <a14:foregroundMark x1="35392" y1="14587" x2="22644" y2="3839"/>
                        <a14:foregroundMark x1="22644" y1="3839" x2="17260" y2="3071"/>
                        <a14:foregroundMark x1="24782" y1="17658" x2="47427" y2="24952"/>
                        <a14:foregroundMark x1="47427" y1="24952" x2="64371" y2="23417"/>
                        <a14:foregroundMark x1="64371" y1="23417" x2="75139" y2="25912"/>
                        <a14:foregroundMark x1="75139" y1="25912" x2="75693" y2="11708"/>
                        <a14:foregroundMark x1="77672" y1="14779" x2="67300" y2="4990"/>
                        <a14:foregroundMark x1="67300" y1="4990" x2="79097" y2="17658"/>
                        <a14:foregroundMark x1="79097" y1="17658" x2="80127" y2="17083"/>
                        <a14:foregroundMark x1="82581" y1="3839" x2="87015" y2="13628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12326" r="11967" b="71860"/>
          <a:stretch/>
        </p:blipFill>
        <p:spPr>
          <a:xfrm rot="20447008">
            <a:off x="3127310" y="2396183"/>
            <a:ext cx="3433666" cy="526165"/>
          </a:xfrm>
          <a:prstGeom prst="rect">
            <a:avLst/>
          </a:prstGeom>
        </p:spPr>
      </p:pic>
      <p:sp>
        <p:nvSpPr>
          <p:cNvPr id="5" name="Arrow: Up 4">
            <a:extLst>
              <a:ext uri="{FF2B5EF4-FFF2-40B4-BE49-F238E27FC236}">
                <a16:creationId xmlns:a16="http://schemas.microsoft.com/office/drawing/2014/main" id="{630E101F-1039-42F0-4745-6BD4D4E61CE0}"/>
              </a:ext>
            </a:extLst>
          </p:cNvPr>
          <p:cNvSpPr/>
          <p:nvPr/>
        </p:nvSpPr>
        <p:spPr>
          <a:xfrm>
            <a:off x="5901690" y="2597227"/>
            <a:ext cx="209550" cy="1048107"/>
          </a:xfrm>
          <a:prstGeom prst="upArrow">
            <a:avLst>
              <a:gd name="adj1" fmla="val 50000"/>
              <a:gd name="adj2" fmla="val 6181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Arrow: Up 5">
            <a:extLst>
              <a:ext uri="{FF2B5EF4-FFF2-40B4-BE49-F238E27FC236}">
                <a16:creationId xmlns:a16="http://schemas.microsoft.com/office/drawing/2014/main" id="{E7FF6EBE-2C7E-FCD9-C6A3-058E907D8273}"/>
              </a:ext>
            </a:extLst>
          </p:cNvPr>
          <p:cNvSpPr/>
          <p:nvPr/>
        </p:nvSpPr>
        <p:spPr>
          <a:xfrm rot="20342365">
            <a:off x="4563510" y="1352623"/>
            <a:ext cx="209550" cy="1486559"/>
          </a:xfrm>
          <a:prstGeom prst="upArrow">
            <a:avLst>
              <a:gd name="adj1" fmla="val 50000"/>
              <a:gd name="adj2" fmla="val 618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02558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rrows pointing to different directions&#10;&#10;Description automatically generated">
            <a:extLst>
              <a:ext uri="{FF2B5EF4-FFF2-40B4-BE49-F238E27FC236}">
                <a16:creationId xmlns:a16="http://schemas.microsoft.com/office/drawing/2014/main" id="{F45E9ADD-A493-275C-1409-DEC9CB8CE2D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00191" y="2494111"/>
            <a:ext cx="4535419" cy="186977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1FD3EFD-25AC-8738-AED0-219D9FC14F17}"/>
              </a:ext>
            </a:extLst>
          </p:cNvPr>
          <p:cNvSpPr/>
          <p:nvPr/>
        </p:nvSpPr>
        <p:spPr>
          <a:xfrm>
            <a:off x="279918" y="4224021"/>
            <a:ext cx="11840547" cy="680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 descr="A diagram of arrows pointing to different directions&#10;&#10;Description automatically generated">
            <a:extLst>
              <a:ext uri="{FF2B5EF4-FFF2-40B4-BE49-F238E27FC236}">
                <a16:creationId xmlns:a16="http://schemas.microsoft.com/office/drawing/2014/main" id="{DE6166EB-7B36-713C-DA76-D688EC6CC7D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303" b="25912" l="14806" r="87015">
                        <a14:foregroundMark x1="22090" y1="7869" x2="20744" y2="16699"/>
                        <a14:foregroundMark x1="19161" y1="6334" x2="14964" y2="12284"/>
                        <a14:foregroundMark x1="16390" y1="3455" x2="24861" y2="18810"/>
                        <a14:foregroundMark x1="24861" y1="18810" x2="35392" y2="14587"/>
                        <a14:foregroundMark x1="35392" y1="14587" x2="22644" y2="3839"/>
                        <a14:foregroundMark x1="22644" y1="3839" x2="17260" y2="3071"/>
                        <a14:foregroundMark x1="24782" y1="17658" x2="47427" y2="24952"/>
                        <a14:foregroundMark x1="47427" y1="24952" x2="64371" y2="23417"/>
                        <a14:foregroundMark x1="64371" y1="23417" x2="75139" y2="25912"/>
                        <a14:foregroundMark x1="75139" y1="25912" x2="75693" y2="11708"/>
                        <a14:foregroundMark x1="77672" y1="14779" x2="67300" y2="4990"/>
                        <a14:foregroundMark x1="67300" y1="4990" x2="79097" y2="17658"/>
                        <a14:foregroundMark x1="79097" y1="17658" x2="80127" y2="17083"/>
                        <a14:foregroundMark x1="82581" y1="3839" x2="87015" y2="13628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12326" r="11967" b="71860"/>
          <a:stretch/>
        </p:blipFill>
        <p:spPr>
          <a:xfrm rot="20447008">
            <a:off x="3127310" y="2396183"/>
            <a:ext cx="3433666" cy="526165"/>
          </a:xfrm>
          <a:prstGeom prst="rect">
            <a:avLst/>
          </a:prstGeom>
        </p:spPr>
      </p:pic>
      <p:sp>
        <p:nvSpPr>
          <p:cNvPr id="5" name="Arrow: Up 4">
            <a:extLst>
              <a:ext uri="{FF2B5EF4-FFF2-40B4-BE49-F238E27FC236}">
                <a16:creationId xmlns:a16="http://schemas.microsoft.com/office/drawing/2014/main" id="{233570DE-961C-1861-3F83-38C497EDB3FE}"/>
              </a:ext>
            </a:extLst>
          </p:cNvPr>
          <p:cNvSpPr/>
          <p:nvPr/>
        </p:nvSpPr>
        <p:spPr>
          <a:xfrm>
            <a:off x="5901690" y="2597227"/>
            <a:ext cx="209550" cy="1048107"/>
          </a:xfrm>
          <a:prstGeom prst="upArrow">
            <a:avLst>
              <a:gd name="adj1" fmla="val 50000"/>
              <a:gd name="adj2" fmla="val 6181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Arrow: Up 5">
            <a:extLst>
              <a:ext uri="{FF2B5EF4-FFF2-40B4-BE49-F238E27FC236}">
                <a16:creationId xmlns:a16="http://schemas.microsoft.com/office/drawing/2014/main" id="{DA1437C5-771F-1DE9-ED0D-19A9EAA5EE01}"/>
              </a:ext>
            </a:extLst>
          </p:cNvPr>
          <p:cNvSpPr/>
          <p:nvPr/>
        </p:nvSpPr>
        <p:spPr>
          <a:xfrm rot="20342365">
            <a:off x="4563510" y="1352623"/>
            <a:ext cx="209550" cy="1486559"/>
          </a:xfrm>
          <a:prstGeom prst="upArrow">
            <a:avLst>
              <a:gd name="adj1" fmla="val 50000"/>
              <a:gd name="adj2" fmla="val 618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Arrow: Up 6">
            <a:extLst>
              <a:ext uri="{FF2B5EF4-FFF2-40B4-BE49-F238E27FC236}">
                <a16:creationId xmlns:a16="http://schemas.microsoft.com/office/drawing/2014/main" id="{F0BFFBD1-9C09-CF97-9208-9763134086D7}"/>
              </a:ext>
            </a:extLst>
          </p:cNvPr>
          <p:cNvSpPr/>
          <p:nvPr/>
        </p:nvSpPr>
        <p:spPr>
          <a:xfrm rot="10800000">
            <a:off x="4827043" y="2877329"/>
            <a:ext cx="209550" cy="633340"/>
          </a:xfrm>
          <a:prstGeom prst="upArrow">
            <a:avLst>
              <a:gd name="adj1" fmla="val 50000"/>
              <a:gd name="adj2" fmla="val 618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Arrow: Up 7">
            <a:extLst>
              <a:ext uri="{FF2B5EF4-FFF2-40B4-BE49-F238E27FC236}">
                <a16:creationId xmlns:a16="http://schemas.microsoft.com/office/drawing/2014/main" id="{F765034D-1600-24F6-65EE-4E6BACF0AEF7}"/>
              </a:ext>
            </a:extLst>
          </p:cNvPr>
          <p:cNvSpPr/>
          <p:nvPr/>
        </p:nvSpPr>
        <p:spPr>
          <a:xfrm rot="16200000">
            <a:off x="4579205" y="1145151"/>
            <a:ext cx="209550" cy="548200"/>
          </a:xfrm>
          <a:prstGeom prst="upArrow">
            <a:avLst>
              <a:gd name="adj1" fmla="val 50000"/>
              <a:gd name="adj2" fmla="val 618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Arrow: Up 8">
            <a:extLst>
              <a:ext uri="{FF2B5EF4-FFF2-40B4-BE49-F238E27FC236}">
                <a16:creationId xmlns:a16="http://schemas.microsoft.com/office/drawing/2014/main" id="{F1C4714F-B52F-0C2E-6007-75260FC0FBDE}"/>
              </a:ext>
            </a:extLst>
          </p:cNvPr>
          <p:cNvSpPr/>
          <p:nvPr/>
        </p:nvSpPr>
        <p:spPr>
          <a:xfrm>
            <a:off x="4827043" y="1473200"/>
            <a:ext cx="209550" cy="1262853"/>
          </a:xfrm>
          <a:prstGeom prst="upArrow">
            <a:avLst>
              <a:gd name="adj1" fmla="val 50000"/>
              <a:gd name="adj2" fmla="val 618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45065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rrows pointing to different directions&#10;&#10;Description automatically generated">
            <a:extLst>
              <a:ext uri="{FF2B5EF4-FFF2-40B4-BE49-F238E27FC236}">
                <a16:creationId xmlns:a16="http://schemas.microsoft.com/office/drawing/2014/main" id="{454E9E51-0F5C-175E-2610-A14080F857E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00191" y="2494111"/>
            <a:ext cx="4535419" cy="186977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B71C323-0C74-CC6E-1D7F-B6E72723FEEA}"/>
              </a:ext>
            </a:extLst>
          </p:cNvPr>
          <p:cNvSpPr/>
          <p:nvPr/>
        </p:nvSpPr>
        <p:spPr>
          <a:xfrm>
            <a:off x="279918" y="4224021"/>
            <a:ext cx="11840547" cy="680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 descr="A diagram of arrows pointing to different directions&#10;&#10;Description automatically generated">
            <a:extLst>
              <a:ext uri="{FF2B5EF4-FFF2-40B4-BE49-F238E27FC236}">
                <a16:creationId xmlns:a16="http://schemas.microsoft.com/office/drawing/2014/main" id="{16C3ABC2-CF4B-9718-1B9E-74D8FBEAD79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303" b="25912" l="14806" r="87015">
                        <a14:foregroundMark x1="22090" y1="7869" x2="20744" y2="16699"/>
                        <a14:foregroundMark x1="19161" y1="6334" x2="14964" y2="12284"/>
                        <a14:foregroundMark x1="16390" y1="3455" x2="24861" y2="18810"/>
                        <a14:foregroundMark x1="24861" y1="18810" x2="35392" y2="14587"/>
                        <a14:foregroundMark x1="35392" y1="14587" x2="22644" y2="3839"/>
                        <a14:foregroundMark x1="22644" y1="3839" x2="17260" y2="3071"/>
                        <a14:foregroundMark x1="24782" y1="17658" x2="47427" y2="24952"/>
                        <a14:foregroundMark x1="47427" y1="24952" x2="64371" y2="23417"/>
                        <a14:foregroundMark x1="64371" y1="23417" x2="75139" y2="25912"/>
                        <a14:foregroundMark x1="75139" y1="25912" x2="75693" y2="11708"/>
                        <a14:foregroundMark x1="77672" y1="14779" x2="67300" y2="4990"/>
                        <a14:foregroundMark x1="67300" y1="4990" x2="79097" y2="17658"/>
                        <a14:foregroundMark x1="79097" y1="17658" x2="80127" y2="17083"/>
                        <a14:foregroundMark x1="82581" y1="3839" x2="87015" y2="13628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12326" r="11967" b="71860"/>
          <a:stretch/>
        </p:blipFill>
        <p:spPr>
          <a:xfrm rot="20447008">
            <a:off x="3127310" y="2396183"/>
            <a:ext cx="3433666" cy="526165"/>
          </a:xfrm>
          <a:prstGeom prst="rect">
            <a:avLst/>
          </a:prstGeom>
        </p:spPr>
      </p:pic>
      <p:sp>
        <p:nvSpPr>
          <p:cNvPr id="5" name="Arrow: Up 4">
            <a:extLst>
              <a:ext uri="{FF2B5EF4-FFF2-40B4-BE49-F238E27FC236}">
                <a16:creationId xmlns:a16="http://schemas.microsoft.com/office/drawing/2014/main" id="{6CCBC772-63BF-E158-9B67-93994B209109}"/>
              </a:ext>
            </a:extLst>
          </p:cNvPr>
          <p:cNvSpPr/>
          <p:nvPr/>
        </p:nvSpPr>
        <p:spPr>
          <a:xfrm>
            <a:off x="5901690" y="2597227"/>
            <a:ext cx="209550" cy="1048107"/>
          </a:xfrm>
          <a:prstGeom prst="upArrow">
            <a:avLst>
              <a:gd name="adj1" fmla="val 50000"/>
              <a:gd name="adj2" fmla="val 6181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Arrow: Up 5">
            <a:extLst>
              <a:ext uri="{FF2B5EF4-FFF2-40B4-BE49-F238E27FC236}">
                <a16:creationId xmlns:a16="http://schemas.microsoft.com/office/drawing/2014/main" id="{7B49D36E-1D12-8180-0194-AE9DC5AC1739}"/>
              </a:ext>
            </a:extLst>
          </p:cNvPr>
          <p:cNvSpPr/>
          <p:nvPr/>
        </p:nvSpPr>
        <p:spPr>
          <a:xfrm rot="20342365">
            <a:off x="4563510" y="1352623"/>
            <a:ext cx="209550" cy="1486559"/>
          </a:xfrm>
          <a:prstGeom prst="upArrow">
            <a:avLst>
              <a:gd name="adj1" fmla="val 50000"/>
              <a:gd name="adj2" fmla="val 61818"/>
            </a:avLst>
          </a:prstGeom>
          <a:solidFill>
            <a:srgbClr val="ED7D3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Arrow: Up 6">
            <a:extLst>
              <a:ext uri="{FF2B5EF4-FFF2-40B4-BE49-F238E27FC236}">
                <a16:creationId xmlns:a16="http://schemas.microsoft.com/office/drawing/2014/main" id="{3F2FFBCC-D88D-1A73-2736-E270E4EDFCA4}"/>
              </a:ext>
            </a:extLst>
          </p:cNvPr>
          <p:cNvSpPr/>
          <p:nvPr/>
        </p:nvSpPr>
        <p:spPr>
          <a:xfrm rot="10800000">
            <a:off x="4827043" y="2877329"/>
            <a:ext cx="209550" cy="633340"/>
          </a:xfrm>
          <a:prstGeom prst="upArrow">
            <a:avLst>
              <a:gd name="adj1" fmla="val 50000"/>
              <a:gd name="adj2" fmla="val 618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Arrow: Up 7">
            <a:extLst>
              <a:ext uri="{FF2B5EF4-FFF2-40B4-BE49-F238E27FC236}">
                <a16:creationId xmlns:a16="http://schemas.microsoft.com/office/drawing/2014/main" id="{B5D95F8D-8EC9-0368-30C5-6646700B0872}"/>
              </a:ext>
            </a:extLst>
          </p:cNvPr>
          <p:cNvSpPr/>
          <p:nvPr/>
        </p:nvSpPr>
        <p:spPr>
          <a:xfrm rot="16200000">
            <a:off x="4579205" y="1145151"/>
            <a:ext cx="209550" cy="548200"/>
          </a:xfrm>
          <a:prstGeom prst="upArrow">
            <a:avLst>
              <a:gd name="adj1" fmla="val 50000"/>
              <a:gd name="adj2" fmla="val 61818"/>
            </a:avLst>
          </a:prstGeom>
          <a:solidFill>
            <a:srgbClr val="ED7D3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Arrow: Up 8">
            <a:extLst>
              <a:ext uri="{FF2B5EF4-FFF2-40B4-BE49-F238E27FC236}">
                <a16:creationId xmlns:a16="http://schemas.microsoft.com/office/drawing/2014/main" id="{9EEADE6B-B447-50EC-EB0C-A613298AF8BF}"/>
              </a:ext>
            </a:extLst>
          </p:cNvPr>
          <p:cNvSpPr/>
          <p:nvPr/>
        </p:nvSpPr>
        <p:spPr>
          <a:xfrm>
            <a:off x="4827043" y="1473200"/>
            <a:ext cx="209550" cy="1262853"/>
          </a:xfrm>
          <a:prstGeom prst="upArrow">
            <a:avLst>
              <a:gd name="adj1" fmla="val 50000"/>
              <a:gd name="adj2" fmla="val 618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58763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rrows pointing to different directions&#10;&#10;Description automatically generated">
            <a:extLst>
              <a:ext uri="{FF2B5EF4-FFF2-40B4-BE49-F238E27FC236}">
                <a16:creationId xmlns:a16="http://schemas.microsoft.com/office/drawing/2014/main" id="{4EF052B1-773C-D5A9-E2F5-2B48357F474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00191" y="2494111"/>
            <a:ext cx="4535419" cy="186977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5CC240E-A906-F883-FF3F-9F3AAB89CBBC}"/>
              </a:ext>
            </a:extLst>
          </p:cNvPr>
          <p:cNvSpPr/>
          <p:nvPr/>
        </p:nvSpPr>
        <p:spPr>
          <a:xfrm>
            <a:off x="279918" y="4224021"/>
            <a:ext cx="11840547" cy="680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 descr="A diagram of arrows pointing to different directions&#10;&#10;Description automatically generated">
            <a:extLst>
              <a:ext uri="{FF2B5EF4-FFF2-40B4-BE49-F238E27FC236}">
                <a16:creationId xmlns:a16="http://schemas.microsoft.com/office/drawing/2014/main" id="{36504476-1D96-F50C-0424-B5D40C0A3FD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303" b="25912" l="14806" r="87015">
                        <a14:foregroundMark x1="22090" y1="7869" x2="20744" y2="16699"/>
                        <a14:foregroundMark x1="19161" y1="6334" x2="14964" y2="12284"/>
                        <a14:foregroundMark x1="16390" y1="3455" x2="24861" y2="18810"/>
                        <a14:foregroundMark x1="24861" y1="18810" x2="35392" y2="14587"/>
                        <a14:foregroundMark x1="35392" y1="14587" x2="22644" y2="3839"/>
                        <a14:foregroundMark x1="22644" y1="3839" x2="17260" y2="3071"/>
                        <a14:foregroundMark x1="24782" y1="17658" x2="47427" y2="24952"/>
                        <a14:foregroundMark x1="47427" y1="24952" x2="64371" y2="23417"/>
                        <a14:foregroundMark x1="64371" y1="23417" x2="75139" y2="25912"/>
                        <a14:foregroundMark x1="75139" y1="25912" x2="75693" y2="11708"/>
                        <a14:foregroundMark x1="77672" y1="14779" x2="67300" y2="4990"/>
                        <a14:foregroundMark x1="67300" y1="4990" x2="79097" y2="17658"/>
                        <a14:foregroundMark x1="79097" y1="17658" x2="80127" y2="17083"/>
                        <a14:foregroundMark x1="82581" y1="3839" x2="87015" y2="13628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12326" r="11967" b="71860"/>
          <a:stretch/>
        </p:blipFill>
        <p:spPr>
          <a:xfrm rot="20447008">
            <a:off x="3127310" y="2396183"/>
            <a:ext cx="3433666" cy="526165"/>
          </a:xfrm>
          <a:prstGeom prst="rect">
            <a:avLst/>
          </a:prstGeom>
        </p:spPr>
      </p:pic>
      <p:sp>
        <p:nvSpPr>
          <p:cNvPr id="5" name="Arrow: Up 4">
            <a:extLst>
              <a:ext uri="{FF2B5EF4-FFF2-40B4-BE49-F238E27FC236}">
                <a16:creationId xmlns:a16="http://schemas.microsoft.com/office/drawing/2014/main" id="{AF588C1E-10DC-4962-E308-463C5B75D9BB}"/>
              </a:ext>
            </a:extLst>
          </p:cNvPr>
          <p:cNvSpPr/>
          <p:nvPr/>
        </p:nvSpPr>
        <p:spPr>
          <a:xfrm>
            <a:off x="5901690" y="2597227"/>
            <a:ext cx="209550" cy="1048107"/>
          </a:xfrm>
          <a:prstGeom prst="upArrow">
            <a:avLst>
              <a:gd name="adj1" fmla="val 50000"/>
              <a:gd name="adj2" fmla="val 6181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Arrow: Up 5">
            <a:extLst>
              <a:ext uri="{FF2B5EF4-FFF2-40B4-BE49-F238E27FC236}">
                <a16:creationId xmlns:a16="http://schemas.microsoft.com/office/drawing/2014/main" id="{B814DF8E-9810-0E53-4B61-9A032F334FA8}"/>
              </a:ext>
            </a:extLst>
          </p:cNvPr>
          <p:cNvSpPr/>
          <p:nvPr/>
        </p:nvSpPr>
        <p:spPr>
          <a:xfrm rot="20342365">
            <a:off x="4563510" y="1352623"/>
            <a:ext cx="209550" cy="1486559"/>
          </a:xfrm>
          <a:prstGeom prst="upArrow">
            <a:avLst>
              <a:gd name="adj1" fmla="val 50000"/>
              <a:gd name="adj2" fmla="val 61818"/>
            </a:avLst>
          </a:prstGeom>
          <a:solidFill>
            <a:srgbClr val="ED7D3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Arrow: Up 6">
            <a:extLst>
              <a:ext uri="{FF2B5EF4-FFF2-40B4-BE49-F238E27FC236}">
                <a16:creationId xmlns:a16="http://schemas.microsoft.com/office/drawing/2014/main" id="{6DCAFD9E-DD73-3C75-08D0-1AA9D65B2392}"/>
              </a:ext>
            </a:extLst>
          </p:cNvPr>
          <p:cNvSpPr/>
          <p:nvPr/>
        </p:nvSpPr>
        <p:spPr>
          <a:xfrm rot="10800000">
            <a:off x="4827043" y="2877329"/>
            <a:ext cx="209550" cy="633340"/>
          </a:xfrm>
          <a:prstGeom prst="upArrow">
            <a:avLst>
              <a:gd name="adj1" fmla="val 50000"/>
              <a:gd name="adj2" fmla="val 61818"/>
            </a:avLst>
          </a:prstGeom>
          <a:solidFill>
            <a:srgbClr val="ED7D3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Arrow: Up 7">
            <a:extLst>
              <a:ext uri="{FF2B5EF4-FFF2-40B4-BE49-F238E27FC236}">
                <a16:creationId xmlns:a16="http://schemas.microsoft.com/office/drawing/2014/main" id="{F15FEE62-16DD-6AAC-13A4-AFEB0022AEA7}"/>
              </a:ext>
            </a:extLst>
          </p:cNvPr>
          <p:cNvSpPr/>
          <p:nvPr/>
        </p:nvSpPr>
        <p:spPr>
          <a:xfrm rot="16200000">
            <a:off x="4579205" y="1145151"/>
            <a:ext cx="209550" cy="548200"/>
          </a:xfrm>
          <a:prstGeom prst="upArrow">
            <a:avLst>
              <a:gd name="adj1" fmla="val 50000"/>
              <a:gd name="adj2" fmla="val 61818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Arrow: Up 8">
            <a:extLst>
              <a:ext uri="{FF2B5EF4-FFF2-40B4-BE49-F238E27FC236}">
                <a16:creationId xmlns:a16="http://schemas.microsoft.com/office/drawing/2014/main" id="{1CCD1074-E6A7-79B3-659E-F3244C04966D}"/>
              </a:ext>
            </a:extLst>
          </p:cNvPr>
          <p:cNvSpPr/>
          <p:nvPr/>
        </p:nvSpPr>
        <p:spPr>
          <a:xfrm>
            <a:off x="4827043" y="1473200"/>
            <a:ext cx="209550" cy="1262853"/>
          </a:xfrm>
          <a:prstGeom prst="upArrow">
            <a:avLst>
              <a:gd name="adj1" fmla="val 50000"/>
              <a:gd name="adj2" fmla="val 61818"/>
            </a:avLst>
          </a:prstGeom>
          <a:solidFill>
            <a:srgbClr val="ED7D3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46766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rrows pointing to different directions&#10;&#10;Description automatically generated">
            <a:extLst>
              <a:ext uri="{FF2B5EF4-FFF2-40B4-BE49-F238E27FC236}">
                <a16:creationId xmlns:a16="http://schemas.microsoft.com/office/drawing/2014/main" id="{15B7DDA3-2ACC-D8C0-4A40-8737CAC5740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00191" y="2494111"/>
            <a:ext cx="4535419" cy="186977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2C7E3A8-1259-20EF-4386-2E08F900568C}"/>
              </a:ext>
            </a:extLst>
          </p:cNvPr>
          <p:cNvSpPr/>
          <p:nvPr/>
        </p:nvSpPr>
        <p:spPr>
          <a:xfrm>
            <a:off x="279918" y="4224021"/>
            <a:ext cx="11840547" cy="680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 descr="A diagram of arrows pointing to different directions&#10;&#10;Description automatically generated">
            <a:extLst>
              <a:ext uri="{FF2B5EF4-FFF2-40B4-BE49-F238E27FC236}">
                <a16:creationId xmlns:a16="http://schemas.microsoft.com/office/drawing/2014/main" id="{4B37C57E-F7F9-EF0E-1CE8-9AD8F0C8AE2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303" b="25912" l="14806" r="87015">
                        <a14:foregroundMark x1="22090" y1="7869" x2="20744" y2="16699"/>
                        <a14:foregroundMark x1="19161" y1="6334" x2="14964" y2="12284"/>
                        <a14:foregroundMark x1="16390" y1="3455" x2="24861" y2="18810"/>
                        <a14:foregroundMark x1="24861" y1="18810" x2="35392" y2="14587"/>
                        <a14:foregroundMark x1="35392" y1="14587" x2="22644" y2="3839"/>
                        <a14:foregroundMark x1="22644" y1="3839" x2="17260" y2="3071"/>
                        <a14:foregroundMark x1="24782" y1="17658" x2="47427" y2="24952"/>
                        <a14:foregroundMark x1="47427" y1="24952" x2="64371" y2="23417"/>
                        <a14:foregroundMark x1="64371" y1="23417" x2="75139" y2="25912"/>
                        <a14:foregroundMark x1="75139" y1="25912" x2="75693" y2="11708"/>
                        <a14:foregroundMark x1="77672" y1="14779" x2="67300" y2="4990"/>
                        <a14:foregroundMark x1="67300" y1="4990" x2="79097" y2="17658"/>
                        <a14:foregroundMark x1="79097" y1="17658" x2="80127" y2="17083"/>
                        <a14:foregroundMark x1="82581" y1="3839" x2="87015" y2="13628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12326" r="11967" b="71860"/>
          <a:stretch/>
        </p:blipFill>
        <p:spPr>
          <a:xfrm rot="20447008">
            <a:off x="2567213" y="2377895"/>
            <a:ext cx="3433666" cy="526165"/>
          </a:xfrm>
          <a:prstGeom prst="rect">
            <a:avLst/>
          </a:prstGeom>
        </p:spPr>
      </p:pic>
      <p:sp>
        <p:nvSpPr>
          <p:cNvPr id="6" name="Arrow: Up 5">
            <a:extLst>
              <a:ext uri="{FF2B5EF4-FFF2-40B4-BE49-F238E27FC236}">
                <a16:creationId xmlns:a16="http://schemas.microsoft.com/office/drawing/2014/main" id="{4FB9F796-061C-AF9B-EA05-7B96258B43A9}"/>
              </a:ext>
            </a:extLst>
          </p:cNvPr>
          <p:cNvSpPr/>
          <p:nvPr/>
        </p:nvSpPr>
        <p:spPr>
          <a:xfrm rot="20342365">
            <a:off x="4003413" y="1334335"/>
            <a:ext cx="209550" cy="1486559"/>
          </a:xfrm>
          <a:prstGeom prst="upArrow">
            <a:avLst>
              <a:gd name="adj1" fmla="val 50000"/>
              <a:gd name="adj2" fmla="val 61818"/>
            </a:avLst>
          </a:prstGeom>
          <a:solidFill>
            <a:srgbClr val="ED7D3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Arrow: Up 6">
            <a:extLst>
              <a:ext uri="{FF2B5EF4-FFF2-40B4-BE49-F238E27FC236}">
                <a16:creationId xmlns:a16="http://schemas.microsoft.com/office/drawing/2014/main" id="{E34B97A5-4A6C-74D6-8F66-1F34306F1339}"/>
              </a:ext>
            </a:extLst>
          </p:cNvPr>
          <p:cNvSpPr/>
          <p:nvPr/>
        </p:nvSpPr>
        <p:spPr>
          <a:xfrm rot="10800000">
            <a:off x="4266946" y="2859041"/>
            <a:ext cx="209550" cy="633340"/>
          </a:xfrm>
          <a:prstGeom prst="upArrow">
            <a:avLst>
              <a:gd name="adj1" fmla="val 50000"/>
              <a:gd name="adj2" fmla="val 61818"/>
            </a:avLst>
          </a:prstGeom>
          <a:solidFill>
            <a:srgbClr val="ED7D3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Arrow: Up 10">
            <a:extLst>
              <a:ext uri="{FF2B5EF4-FFF2-40B4-BE49-F238E27FC236}">
                <a16:creationId xmlns:a16="http://schemas.microsoft.com/office/drawing/2014/main" id="{116B4CAD-64FC-141C-F64E-F8670F632CA4}"/>
              </a:ext>
            </a:extLst>
          </p:cNvPr>
          <p:cNvSpPr/>
          <p:nvPr/>
        </p:nvSpPr>
        <p:spPr>
          <a:xfrm rot="9563850">
            <a:off x="5573642" y="2324996"/>
            <a:ext cx="209550" cy="633341"/>
          </a:xfrm>
          <a:prstGeom prst="upArrow">
            <a:avLst>
              <a:gd name="adj1" fmla="val 50000"/>
              <a:gd name="adj2" fmla="val 6181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Arrow: Up 11">
            <a:extLst>
              <a:ext uri="{FF2B5EF4-FFF2-40B4-BE49-F238E27FC236}">
                <a16:creationId xmlns:a16="http://schemas.microsoft.com/office/drawing/2014/main" id="{B734C05A-994C-FDDA-F935-65042B9AAD62}"/>
              </a:ext>
            </a:extLst>
          </p:cNvPr>
          <p:cNvSpPr/>
          <p:nvPr/>
        </p:nvSpPr>
        <p:spPr>
          <a:xfrm rot="9563850">
            <a:off x="3107334" y="3168905"/>
            <a:ext cx="209550" cy="633341"/>
          </a:xfrm>
          <a:prstGeom prst="upArrow">
            <a:avLst>
              <a:gd name="adj1" fmla="val 50000"/>
              <a:gd name="adj2" fmla="val 6181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Arrow: Up 13">
            <a:extLst>
              <a:ext uri="{FF2B5EF4-FFF2-40B4-BE49-F238E27FC236}">
                <a16:creationId xmlns:a16="http://schemas.microsoft.com/office/drawing/2014/main" id="{32D25381-EC75-2A67-CC83-44457AA90369}"/>
              </a:ext>
            </a:extLst>
          </p:cNvPr>
          <p:cNvSpPr/>
          <p:nvPr/>
        </p:nvSpPr>
        <p:spPr>
          <a:xfrm>
            <a:off x="5901690" y="2548128"/>
            <a:ext cx="209550" cy="1097206"/>
          </a:xfrm>
          <a:prstGeom prst="upArrow">
            <a:avLst>
              <a:gd name="adj1" fmla="val 50000"/>
              <a:gd name="adj2" fmla="val 61818"/>
            </a:avLst>
          </a:prstGeom>
          <a:solidFill>
            <a:srgbClr val="4472C4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3745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rrows pointing to different directions&#10;&#10;Description automatically generated">
            <a:extLst>
              <a:ext uri="{FF2B5EF4-FFF2-40B4-BE49-F238E27FC236}">
                <a16:creationId xmlns:a16="http://schemas.microsoft.com/office/drawing/2014/main" id="{D8D321D2-F9DC-5386-BFCE-D77E95A73E0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00191" y="2494111"/>
            <a:ext cx="4535419" cy="186977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A6171AD-187F-2440-075F-913303EB29BC}"/>
              </a:ext>
            </a:extLst>
          </p:cNvPr>
          <p:cNvSpPr/>
          <p:nvPr/>
        </p:nvSpPr>
        <p:spPr>
          <a:xfrm>
            <a:off x="279918" y="4224021"/>
            <a:ext cx="11840547" cy="680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 descr="A diagram of arrows pointing to different directions&#10;&#10;Description automatically generated">
            <a:extLst>
              <a:ext uri="{FF2B5EF4-FFF2-40B4-BE49-F238E27FC236}">
                <a16:creationId xmlns:a16="http://schemas.microsoft.com/office/drawing/2014/main" id="{470BD0AB-0D1D-77DD-8660-36DC85D492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303" b="25912" l="14806" r="87015">
                        <a14:foregroundMark x1="22090" y1="7869" x2="20744" y2="16699"/>
                        <a14:foregroundMark x1="19161" y1="6334" x2="14964" y2="12284"/>
                        <a14:foregroundMark x1="16390" y1="3455" x2="24861" y2="18810"/>
                        <a14:foregroundMark x1="24861" y1="18810" x2="35392" y2="14587"/>
                        <a14:foregroundMark x1="35392" y1="14587" x2="22644" y2="3839"/>
                        <a14:foregroundMark x1="22644" y1="3839" x2="17260" y2="3071"/>
                        <a14:foregroundMark x1="24782" y1="17658" x2="47427" y2="24952"/>
                        <a14:foregroundMark x1="47427" y1="24952" x2="64371" y2="23417"/>
                        <a14:foregroundMark x1="64371" y1="23417" x2="75139" y2="25912"/>
                        <a14:foregroundMark x1="75139" y1="25912" x2="75693" y2="11708"/>
                        <a14:foregroundMark x1="77672" y1="14779" x2="67300" y2="4990"/>
                        <a14:foregroundMark x1="67300" y1="4990" x2="79097" y2="17658"/>
                        <a14:foregroundMark x1="79097" y1="17658" x2="80127" y2="17083"/>
                        <a14:foregroundMark x1="82581" y1="3839" x2="87015" y2="13628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12326" r="11967" b="71860"/>
          <a:stretch/>
        </p:blipFill>
        <p:spPr>
          <a:xfrm rot="21564849">
            <a:off x="2550088" y="2380114"/>
            <a:ext cx="3433666" cy="526165"/>
          </a:xfrm>
          <a:prstGeom prst="rect">
            <a:avLst/>
          </a:prstGeom>
        </p:spPr>
      </p:pic>
      <p:sp>
        <p:nvSpPr>
          <p:cNvPr id="11" name="Arrow: Up 10">
            <a:extLst>
              <a:ext uri="{FF2B5EF4-FFF2-40B4-BE49-F238E27FC236}">
                <a16:creationId xmlns:a16="http://schemas.microsoft.com/office/drawing/2014/main" id="{4AA8AEBF-E6B1-7BB9-FC49-F816DD23B059}"/>
              </a:ext>
            </a:extLst>
          </p:cNvPr>
          <p:cNvSpPr/>
          <p:nvPr/>
        </p:nvSpPr>
        <p:spPr>
          <a:xfrm>
            <a:off x="5901690" y="2769216"/>
            <a:ext cx="209550" cy="876118"/>
          </a:xfrm>
          <a:prstGeom prst="upArrow">
            <a:avLst>
              <a:gd name="adj1" fmla="val 50000"/>
              <a:gd name="adj2" fmla="val 61818"/>
            </a:avLst>
          </a:prstGeom>
          <a:solidFill>
            <a:srgbClr val="4472C4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80568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65E03C5B-8320-994E-70A2-C3691074F58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74950"/>
            <a:ext cx="12213918" cy="7020499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6E3911B-143A-0129-EAB4-A5F417B8DD88}"/>
              </a:ext>
            </a:extLst>
          </p:cNvPr>
          <p:cNvCxnSpPr>
            <a:cxnSpLocks/>
          </p:cNvCxnSpPr>
          <p:nvPr/>
        </p:nvCxnSpPr>
        <p:spPr>
          <a:xfrm>
            <a:off x="5904688" y="2694562"/>
            <a:ext cx="933857" cy="0"/>
          </a:xfrm>
          <a:prstGeom prst="straightConnector1">
            <a:avLst/>
          </a:prstGeom>
          <a:ln w="762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C004220-1149-8639-FDCF-6375272D09E1}"/>
              </a:ext>
            </a:extLst>
          </p:cNvPr>
          <p:cNvCxnSpPr>
            <a:cxnSpLocks/>
          </p:cNvCxnSpPr>
          <p:nvPr/>
        </p:nvCxnSpPr>
        <p:spPr>
          <a:xfrm flipV="1">
            <a:off x="5904688" y="2694562"/>
            <a:ext cx="1" cy="671205"/>
          </a:xfrm>
          <a:prstGeom prst="straightConnector1">
            <a:avLst/>
          </a:prstGeom>
          <a:ln w="762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CA06A71-7803-200F-4B47-F39ED86083F2}"/>
              </a:ext>
            </a:extLst>
          </p:cNvPr>
          <p:cNvSpPr txBox="1"/>
          <p:nvPr/>
        </p:nvSpPr>
        <p:spPr>
          <a:xfrm>
            <a:off x="5220512" y="2737776"/>
            <a:ext cx="6387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rY</a:t>
            </a:r>
            <a:endParaRPr lang="en-ID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387FE2-92D3-A94C-AEF8-AFCEFC3B4C79}"/>
              </a:ext>
            </a:extLst>
          </p:cNvPr>
          <p:cNvSpPr txBox="1"/>
          <p:nvPr/>
        </p:nvSpPr>
        <p:spPr>
          <a:xfrm>
            <a:off x="6096000" y="2621629"/>
            <a:ext cx="9338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rX</a:t>
            </a:r>
            <a:endParaRPr lang="en-ID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965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ell phone and tablet on a computer&#10;&#10;Description automatically generated">
            <a:extLst>
              <a:ext uri="{FF2B5EF4-FFF2-40B4-BE49-F238E27FC236}">
                <a16:creationId xmlns:a16="http://schemas.microsoft.com/office/drawing/2014/main" id="{B6D6A376-6FF6-1CD6-1BCE-6C0D8395A8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9038" y="2490281"/>
            <a:ext cx="3721948" cy="2731122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8E6F0D92-8023-CA18-D061-9908FF07E4D0}"/>
              </a:ext>
            </a:extLst>
          </p:cNvPr>
          <p:cNvSpPr/>
          <p:nvPr/>
        </p:nvSpPr>
        <p:spPr>
          <a:xfrm rot="20632678">
            <a:off x="6819313" y="4015272"/>
            <a:ext cx="1196502" cy="340468"/>
          </a:xfrm>
          <a:prstGeom prst="rightArrow">
            <a:avLst>
              <a:gd name="adj1" fmla="val 27143"/>
              <a:gd name="adj2" fmla="val 5571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5EA444BD-4393-3DB4-F486-2619576127F0}"/>
              </a:ext>
            </a:extLst>
          </p:cNvPr>
          <p:cNvSpPr/>
          <p:nvPr/>
        </p:nvSpPr>
        <p:spPr>
          <a:xfrm rot="10457420">
            <a:off x="2816349" y="4016866"/>
            <a:ext cx="1228563" cy="340468"/>
          </a:xfrm>
          <a:prstGeom prst="rightArrow">
            <a:avLst>
              <a:gd name="adj1" fmla="val 27143"/>
              <a:gd name="adj2" fmla="val 5571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AE53C99-9E21-8617-7343-62A506A0DBE6}"/>
              </a:ext>
            </a:extLst>
          </p:cNvPr>
          <p:cNvSpPr/>
          <p:nvPr/>
        </p:nvSpPr>
        <p:spPr>
          <a:xfrm rot="11493728">
            <a:off x="2592244" y="2903849"/>
            <a:ext cx="1045933" cy="340468"/>
          </a:xfrm>
          <a:prstGeom prst="rightArrow">
            <a:avLst>
              <a:gd name="adj1" fmla="val 27143"/>
              <a:gd name="adj2" fmla="val 5571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DFD21197-5DE6-4D54-BC82-DC160A273A75}"/>
              </a:ext>
            </a:extLst>
          </p:cNvPr>
          <p:cNvSpPr/>
          <p:nvPr/>
        </p:nvSpPr>
        <p:spPr>
          <a:xfrm rot="21018716">
            <a:off x="6698501" y="2866826"/>
            <a:ext cx="1228563" cy="340468"/>
          </a:xfrm>
          <a:prstGeom prst="rightArrow">
            <a:avLst>
              <a:gd name="adj1" fmla="val 27143"/>
              <a:gd name="adj2" fmla="val 5571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307E5B-00C8-8C40-3D0B-1D676F48042B}"/>
              </a:ext>
            </a:extLst>
          </p:cNvPr>
          <p:cNvSpPr txBox="1"/>
          <p:nvPr/>
        </p:nvSpPr>
        <p:spPr>
          <a:xfrm>
            <a:off x="7946952" y="2692029"/>
            <a:ext cx="1799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GSC (Laptop)</a:t>
            </a:r>
            <a:endParaRPr lang="en-ID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D687EE-A930-C7A0-C6F3-E69E8B3F7F33}"/>
              </a:ext>
            </a:extLst>
          </p:cNvPr>
          <p:cNvSpPr txBox="1"/>
          <p:nvPr/>
        </p:nvSpPr>
        <p:spPr>
          <a:xfrm>
            <a:off x="8039559" y="3855842"/>
            <a:ext cx="8459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Layar</a:t>
            </a:r>
            <a:endParaRPr lang="en-ID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9D5F32-45DE-427D-4689-69ED3DB65483}"/>
              </a:ext>
            </a:extLst>
          </p:cNvPr>
          <p:cNvSpPr txBox="1"/>
          <p:nvPr/>
        </p:nvSpPr>
        <p:spPr>
          <a:xfrm>
            <a:off x="101243" y="2386985"/>
            <a:ext cx="30139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Tampilan Gambar dari </a:t>
            </a:r>
          </a:p>
          <a:p>
            <a:r>
              <a:rPr lang="en-US" sz="2400" dirty="0"/>
              <a:t>Kamera Quadrotor</a:t>
            </a:r>
            <a:endParaRPr lang="en-ID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AA9835-C119-8CB4-E54C-AFCAE6D5E7C6}"/>
              </a:ext>
            </a:extLst>
          </p:cNvPr>
          <p:cNvSpPr txBox="1"/>
          <p:nvPr/>
        </p:nvSpPr>
        <p:spPr>
          <a:xfrm>
            <a:off x="1303524" y="4028613"/>
            <a:ext cx="1498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Stopwatch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571003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tablet and a phone on a desk&#10;&#10;Description automatically generated">
            <a:extLst>
              <a:ext uri="{FF2B5EF4-FFF2-40B4-BE49-F238E27FC236}">
                <a16:creationId xmlns:a16="http://schemas.microsoft.com/office/drawing/2014/main" id="{74DC1636-77DC-5B8E-8482-4EB77DC1AAA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5" t="13125" r="27160" b="3125"/>
          <a:stretch/>
        </p:blipFill>
        <p:spPr>
          <a:xfrm>
            <a:off x="885824" y="1743075"/>
            <a:ext cx="5210175" cy="3829050"/>
          </a:xfrm>
          <a:prstGeom prst="rect">
            <a:avLst/>
          </a:prstGeom>
        </p:spPr>
      </p:pic>
      <p:pic>
        <p:nvPicPr>
          <p:cNvPr id="5" name="Picture 4" descr="A tablet and a phone on a desk&#10;&#10;Description automatically generated">
            <a:extLst>
              <a:ext uri="{FF2B5EF4-FFF2-40B4-BE49-F238E27FC236}">
                <a16:creationId xmlns:a16="http://schemas.microsoft.com/office/drawing/2014/main" id="{418E3DD1-1AC0-12E0-6566-8EB8E38D89D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9" t="13125" r="27367" b="106"/>
          <a:stretch/>
        </p:blipFill>
        <p:spPr>
          <a:xfrm>
            <a:off x="6455598" y="1743075"/>
            <a:ext cx="5028917" cy="3829050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37B50DB0-260E-999C-2BE5-7EBC8043859E}"/>
              </a:ext>
            </a:extLst>
          </p:cNvPr>
          <p:cNvSpPr/>
          <p:nvPr/>
        </p:nvSpPr>
        <p:spPr>
          <a:xfrm rot="15943501">
            <a:off x="3563716" y="2483860"/>
            <a:ext cx="2437269" cy="340468"/>
          </a:xfrm>
          <a:prstGeom prst="rightArrow">
            <a:avLst>
              <a:gd name="adj1" fmla="val 27143"/>
              <a:gd name="adj2" fmla="val 5571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170B78-CFCB-8D33-0707-C1D358F7AFDE}"/>
              </a:ext>
            </a:extLst>
          </p:cNvPr>
          <p:cNvSpPr txBox="1"/>
          <p:nvPr/>
        </p:nvSpPr>
        <p:spPr>
          <a:xfrm>
            <a:off x="3739507" y="779235"/>
            <a:ext cx="166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600" dirty="0"/>
              <a:t>Layar Sudah Berubah Warna</a:t>
            </a:r>
            <a:endParaRPr lang="en-ID" sz="1600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C92B0537-76FF-6FFC-F58A-2E96D8B47399}"/>
              </a:ext>
            </a:extLst>
          </p:cNvPr>
          <p:cNvSpPr/>
          <p:nvPr/>
        </p:nvSpPr>
        <p:spPr>
          <a:xfrm rot="15943501">
            <a:off x="1677905" y="1942772"/>
            <a:ext cx="1376947" cy="340468"/>
          </a:xfrm>
          <a:prstGeom prst="rightArrow">
            <a:avLst>
              <a:gd name="adj1" fmla="val 27143"/>
              <a:gd name="adj2" fmla="val 5571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EBD433-5A85-67C6-672F-2BFDA3AF320A}"/>
              </a:ext>
            </a:extLst>
          </p:cNvPr>
          <p:cNvSpPr txBox="1"/>
          <p:nvPr/>
        </p:nvSpPr>
        <p:spPr>
          <a:xfrm>
            <a:off x="630105" y="655087"/>
            <a:ext cx="26092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600" dirty="0"/>
              <a:t>Bacaan Kamera </a:t>
            </a:r>
            <a:r>
              <a:rPr lang="id-ID" sz="1600" dirty="0" err="1"/>
              <a:t>Quadrotor</a:t>
            </a:r>
            <a:r>
              <a:rPr lang="id-ID" sz="1600" dirty="0"/>
              <a:t> Masih Belum Berubah Warna</a:t>
            </a:r>
            <a:endParaRPr lang="en-ID" sz="1600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274CC0A9-9B74-6161-46EB-8FEEA6E1D208}"/>
              </a:ext>
            </a:extLst>
          </p:cNvPr>
          <p:cNvSpPr/>
          <p:nvPr/>
        </p:nvSpPr>
        <p:spPr>
          <a:xfrm rot="17814139">
            <a:off x="7502865" y="1884769"/>
            <a:ext cx="1376947" cy="340468"/>
          </a:xfrm>
          <a:prstGeom prst="rightArrow">
            <a:avLst>
              <a:gd name="adj1" fmla="val 27143"/>
              <a:gd name="adj2" fmla="val 5571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F4BF5A-ADE5-6998-1257-694A8FADCECD}"/>
              </a:ext>
            </a:extLst>
          </p:cNvPr>
          <p:cNvSpPr txBox="1"/>
          <p:nvPr/>
        </p:nvSpPr>
        <p:spPr>
          <a:xfrm>
            <a:off x="8208478" y="741347"/>
            <a:ext cx="34841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600" dirty="0"/>
              <a:t>Setelah Beberapa Waktu, Bacaan Kamera </a:t>
            </a:r>
            <a:r>
              <a:rPr lang="id-ID" sz="1600" dirty="0" err="1"/>
              <a:t>Quadrotor</a:t>
            </a:r>
            <a:r>
              <a:rPr lang="id-ID" sz="1600" dirty="0"/>
              <a:t> Berubah Warna</a:t>
            </a:r>
            <a:endParaRPr lang="en-ID" sz="1600" dirty="0"/>
          </a:p>
        </p:txBody>
      </p:sp>
    </p:spTree>
    <p:extLst>
      <p:ext uri="{BB962C8B-B14F-4D97-AF65-F5344CB8AC3E}">
        <p14:creationId xmlns:p14="http://schemas.microsoft.com/office/powerpoint/2010/main" val="2189476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tablet and a phone on a desk&#10;&#10;Description automatically generated">
            <a:extLst>
              <a:ext uri="{FF2B5EF4-FFF2-40B4-BE49-F238E27FC236}">
                <a16:creationId xmlns:a16="http://schemas.microsoft.com/office/drawing/2014/main" id="{38DDAFE8-F386-FC1A-2765-1A274255D3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5" t="13125" r="27160" b="3125"/>
          <a:stretch/>
        </p:blipFill>
        <p:spPr>
          <a:xfrm>
            <a:off x="885824" y="1743075"/>
            <a:ext cx="5210175" cy="3829050"/>
          </a:xfrm>
          <a:prstGeom prst="rect">
            <a:avLst/>
          </a:prstGeom>
        </p:spPr>
      </p:pic>
      <p:pic>
        <p:nvPicPr>
          <p:cNvPr id="3" name="Picture 2" descr="A tablet and a phone on a desk&#10;&#10;Description automatically generated">
            <a:extLst>
              <a:ext uri="{FF2B5EF4-FFF2-40B4-BE49-F238E27FC236}">
                <a16:creationId xmlns:a16="http://schemas.microsoft.com/office/drawing/2014/main" id="{066A0B82-CB54-2B6D-2EEE-9AE84D102C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9" t="13125" r="27367" b="106"/>
          <a:stretch/>
        </p:blipFill>
        <p:spPr>
          <a:xfrm>
            <a:off x="6455598" y="1743075"/>
            <a:ext cx="5028917" cy="382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3625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rry picture frame with green border&#10;&#10;Description automatically generated">
            <a:extLst>
              <a:ext uri="{FF2B5EF4-FFF2-40B4-BE49-F238E27FC236}">
                <a16:creationId xmlns:a16="http://schemas.microsoft.com/office/drawing/2014/main" id="{890A4A31-682D-B0FF-8D99-DB3017ED48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02" t="2026" r="2192" b="1714"/>
          <a:stretch/>
        </p:blipFill>
        <p:spPr bwMode="auto">
          <a:xfrm flipH="1" flipV="1">
            <a:off x="6936507" y="1055433"/>
            <a:ext cx="4558027" cy="4604800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56677B-C0B7-4DAC-ACAD-8054FF1B5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573887"/>
            <a:ext cx="0" cy="3710227"/>
          </a:xfrm>
          <a:prstGeom prst="line">
            <a:avLst/>
          </a:prstGeom>
          <a:ln w="19050">
            <a:solidFill>
              <a:srgbClr val="4DE5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black square with green border&#10;&#10;Description automatically generated">
            <a:extLst>
              <a:ext uri="{FF2B5EF4-FFF2-40B4-BE49-F238E27FC236}">
                <a16:creationId xmlns:a16="http://schemas.microsoft.com/office/drawing/2014/main" id="{BF3E63D2-DC84-5775-36D5-C7A39E092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 flipV="1">
            <a:off x="2589119" y="1055433"/>
            <a:ext cx="4347388" cy="46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958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square with green border&#10;&#10;Description automatically generated">
            <a:extLst>
              <a:ext uri="{FF2B5EF4-FFF2-40B4-BE49-F238E27FC236}">
                <a16:creationId xmlns:a16="http://schemas.microsoft.com/office/drawing/2014/main" id="{E9645396-68A0-1405-DE2C-A4584F024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484632" y="1563242"/>
            <a:ext cx="3517119" cy="3725369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79B2CF28-CE56-71A2-2FF9-45ED36A92A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190251" y="1899271"/>
            <a:ext cx="3537345" cy="3227827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blurry picture frame with green border&#10;&#10;Description automatically generated">
            <a:extLst>
              <a:ext uri="{FF2B5EF4-FFF2-40B4-BE49-F238E27FC236}">
                <a16:creationId xmlns:a16="http://schemas.microsoft.com/office/drawing/2014/main" id="{E9E8B293-9AC0-2FA7-E91E-0FA9872AC1F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702" t="2026" r="2192" b="1714"/>
          <a:stretch/>
        </p:blipFill>
        <p:spPr bwMode="auto">
          <a:xfrm flipH="1" flipV="1">
            <a:off x="4314950" y="1649320"/>
            <a:ext cx="3517120" cy="3553211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271208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1269</TotalTime>
  <Words>33</Words>
  <Application>Microsoft Office PowerPoint</Application>
  <PresentationFormat>Widescreen</PresentationFormat>
  <Paragraphs>10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Yosep Putra Setiyanto</dc:creator>
  <cp:lastModifiedBy>Yosep Putra Setiyanto</cp:lastModifiedBy>
  <cp:revision>6</cp:revision>
  <dcterms:created xsi:type="dcterms:W3CDTF">2024-01-29T03:08:35Z</dcterms:created>
  <dcterms:modified xsi:type="dcterms:W3CDTF">2024-08-27T01:03:58Z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b525e5-f3da-4501-8f1e-526b6769fc56_Enabled">
    <vt:lpwstr>true</vt:lpwstr>
  </property>
  <property fmtid="{D5CDD505-2E9C-101B-9397-08002B2CF9AE}" pid="3" name="MSIP_Label_38b525e5-f3da-4501-8f1e-526b6769fc56_SetDate">
    <vt:lpwstr>2024-01-29T05:26:04Z</vt:lpwstr>
  </property>
  <property fmtid="{D5CDD505-2E9C-101B-9397-08002B2CF9AE}" pid="4" name="MSIP_Label_38b525e5-f3da-4501-8f1e-526b6769fc56_Method">
    <vt:lpwstr>Standard</vt:lpwstr>
  </property>
  <property fmtid="{D5CDD505-2E9C-101B-9397-08002B2CF9AE}" pid="5" name="MSIP_Label_38b525e5-f3da-4501-8f1e-526b6769fc56_Name">
    <vt:lpwstr>defa4170-0d19-0005-0004-bc88714345d2</vt:lpwstr>
  </property>
  <property fmtid="{D5CDD505-2E9C-101B-9397-08002B2CF9AE}" pid="6" name="MSIP_Label_38b525e5-f3da-4501-8f1e-526b6769fc56_SiteId">
    <vt:lpwstr>db6e1183-4c65-405c-82ce-7cd53fa6e9dc</vt:lpwstr>
  </property>
  <property fmtid="{D5CDD505-2E9C-101B-9397-08002B2CF9AE}" pid="7" name="MSIP_Label_38b525e5-f3da-4501-8f1e-526b6769fc56_ActionId">
    <vt:lpwstr>e45518b6-9a9e-4c4c-a488-90e6be473e44</vt:lpwstr>
  </property>
  <property fmtid="{D5CDD505-2E9C-101B-9397-08002B2CF9AE}" pid="8" name="MSIP_Label_38b525e5-f3da-4501-8f1e-526b6769fc56_ContentBits">
    <vt:lpwstr>0</vt:lpwstr>
  </property>
</Properties>
</file>